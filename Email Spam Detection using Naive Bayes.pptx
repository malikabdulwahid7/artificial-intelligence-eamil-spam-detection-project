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FFFC83C1-C109-4B90-B327-DB424AF5BF4D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7D42C995-0CBD-407D-9E8F-793D0A248D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Email Spam Detection using Naive Bayes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Abdul Wahid Modassar 65292</a:t>
            </a:r>
          </a:p>
          <a:p>
            <a:r>
              <a:rPr lang="en-US" dirty="0" smtClean="0"/>
              <a:t>Babar 65731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16627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Email Spam Problem</a:t>
            </a:r>
            <a:endParaRPr lang="en-US" dirty="0"/>
          </a:p>
          <a:p>
            <a:r>
              <a:rPr lang="en-US" dirty="0"/>
              <a:t>Spam emails waste time and storage</a:t>
            </a:r>
          </a:p>
          <a:p>
            <a:r>
              <a:rPr lang="en-US" dirty="0"/>
              <a:t>Can contain scams and malicious links</a:t>
            </a:r>
          </a:p>
          <a:p>
            <a:r>
              <a:rPr lang="en-US" dirty="0"/>
              <a:t>Manual filtering is inefficient</a:t>
            </a:r>
          </a:p>
          <a:p>
            <a:r>
              <a:rPr lang="en-US" dirty="0"/>
              <a:t>Need for automated spam detection system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416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volume of unwanted emails</a:t>
            </a:r>
          </a:p>
          <a:p>
            <a:r>
              <a:rPr lang="en-US" dirty="0"/>
              <a:t>Existing filters sometimes fail</a:t>
            </a:r>
          </a:p>
          <a:p>
            <a:r>
              <a:rPr lang="en-US" dirty="0"/>
              <a:t>Need for intelligent ML-based solution</a:t>
            </a:r>
          </a:p>
          <a:p>
            <a:r>
              <a:rPr lang="en-US" dirty="0"/>
              <a:t>Automatic classification of emails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91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Spam/Ham classifier</a:t>
            </a:r>
          </a:p>
          <a:p>
            <a:r>
              <a:rPr lang="en-US" dirty="0"/>
              <a:t>Use machine learning (Naive Bayes)</a:t>
            </a:r>
          </a:p>
          <a:p>
            <a:r>
              <a:rPr lang="en-US" dirty="0"/>
              <a:t>Improve accuracy of email filtering</a:t>
            </a:r>
          </a:p>
          <a:p>
            <a:r>
              <a:rPr lang="en-US" dirty="0"/>
              <a:t>Reduce human effort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2604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Dataset name: spam.csv</a:t>
            </a:r>
          </a:p>
          <a:p>
            <a:r>
              <a:rPr lang="en-US" dirty="0"/>
              <a:t>Total emails: 5572</a:t>
            </a:r>
          </a:p>
          <a:p>
            <a:r>
              <a:rPr lang="en-US" dirty="0"/>
              <a:t>Spam emails: 747</a:t>
            </a:r>
          </a:p>
          <a:p>
            <a:r>
              <a:rPr lang="en-US" dirty="0"/>
              <a:t>Ham emails: 4825</a:t>
            </a:r>
          </a:p>
          <a:p>
            <a:r>
              <a:rPr lang="en-US" dirty="0"/>
              <a:t>Columns:</a:t>
            </a:r>
          </a:p>
          <a:p>
            <a:pPr lvl="1"/>
            <a:r>
              <a:rPr lang="en-US" dirty="0"/>
              <a:t>Category</a:t>
            </a:r>
          </a:p>
          <a:p>
            <a:pPr lvl="1"/>
            <a:r>
              <a:rPr lang="en-US" dirty="0"/>
              <a:t>Message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75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Steps followed:</a:t>
            </a:r>
          </a:p>
          <a:p>
            <a:r>
              <a:rPr lang="en-US" dirty="0"/>
              <a:t>Data collection</a:t>
            </a:r>
          </a:p>
          <a:p>
            <a:r>
              <a:rPr lang="en-US" dirty="0"/>
              <a:t>Data preprocessing</a:t>
            </a:r>
          </a:p>
          <a:p>
            <a:r>
              <a:rPr lang="en-US" dirty="0"/>
              <a:t>Text cleaning (NLTK)</a:t>
            </a:r>
          </a:p>
          <a:p>
            <a:r>
              <a:rPr lang="en-US" dirty="0"/>
              <a:t>Feature extraction (TF-IDF / Bag of Words)</a:t>
            </a:r>
          </a:p>
          <a:p>
            <a:r>
              <a:rPr lang="en-US" dirty="0"/>
              <a:t>Model training (Naive Bayes)</a:t>
            </a:r>
          </a:p>
          <a:p>
            <a:r>
              <a:rPr lang="en-US" dirty="0"/>
              <a:t>Testing and evaluation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4777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Flow:</a:t>
            </a:r>
            <a:endParaRPr lang="en-US" dirty="0"/>
          </a:p>
          <a:p>
            <a:r>
              <a:rPr lang="en-US" dirty="0"/>
              <a:t>Email ➝ Cleaning ➝ Vectorization ➝ Naive Bayes Model ➝ Spam / Ham Output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4985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endParaRPr lang="en-US" dirty="0"/>
          </a:p>
          <a:p>
            <a:r>
              <a:rPr lang="en-US" dirty="0"/>
              <a:t>Pandas</a:t>
            </a:r>
          </a:p>
          <a:p>
            <a:r>
              <a:rPr lang="en-US" dirty="0" err="1"/>
              <a:t>NumPy</a:t>
            </a:r>
            <a:endParaRPr lang="en-US" dirty="0"/>
          </a:p>
          <a:p>
            <a:r>
              <a:rPr lang="en-US" dirty="0"/>
              <a:t>NLTK</a:t>
            </a:r>
          </a:p>
          <a:p>
            <a:r>
              <a:rPr lang="en-US" dirty="0" err="1"/>
              <a:t>Scikit</a:t>
            </a:r>
            <a:r>
              <a:rPr lang="en-US" dirty="0"/>
              <a:t>-learn</a:t>
            </a:r>
          </a:p>
          <a:p>
            <a:r>
              <a:rPr lang="en-US" dirty="0" err="1"/>
              <a:t>Matplotlib</a:t>
            </a:r>
            <a:r>
              <a:rPr lang="en-US" dirty="0"/>
              <a:t> &amp; </a:t>
            </a:r>
            <a:r>
              <a:rPr lang="en-US" dirty="0" err="1"/>
              <a:t>Seaborn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232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Experimental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Performance:</a:t>
            </a:r>
            <a:endParaRPr lang="en-US" dirty="0"/>
          </a:p>
          <a:p>
            <a:r>
              <a:rPr lang="en-US" dirty="0"/>
              <a:t>Accuracy: 97.84%</a:t>
            </a:r>
          </a:p>
          <a:p>
            <a:r>
              <a:rPr lang="en-US" dirty="0"/>
              <a:t>Precision: 93.96%</a:t>
            </a:r>
          </a:p>
          <a:p>
            <a:r>
              <a:rPr lang="en-US" dirty="0"/>
              <a:t>Recall: 92.76%</a:t>
            </a:r>
          </a:p>
          <a:p>
            <a:r>
              <a:rPr lang="en-US" dirty="0"/>
              <a:t>F1 Score: 93.36%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4136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Confusion Matrix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7970" y="1838018"/>
            <a:ext cx="5268060" cy="4401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6632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Graphs &amp; Visualizations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443" y="1933281"/>
            <a:ext cx="5287113" cy="4210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5182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Qualitative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Important spam keywords detected:</a:t>
            </a:r>
          </a:p>
          <a:p>
            <a:r>
              <a:rPr lang="en-US" dirty="0"/>
              <a:t>free</a:t>
            </a:r>
          </a:p>
          <a:p>
            <a:r>
              <a:rPr lang="en-US" dirty="0"/>
              <a:t>win</a:t>
            </a:r>
          </a:p>
          <a:p>
            <a:r>
              <a:rPr lang="en-US" dirty="0"/>
              <a:t>prize</a:t>
            </a:r>
          </a:p>
          <a:p>
            <a:r>
              <a:rPr lang="en-US" dirty="0"/>
              <a:t>click</a:t>
            </a:r>
          </a:p>
          <a:p>
            <a:r>
              <a:rPr lang="en-US" dirty="0"/>
              <a:t>offer</a:t>
            </a:r>
          </a:p>
          <a:p>
            <a:r>
              <a:rPr lang="en-US" dirty="0"/>
              <a:t>This shows how model understands spam patterns.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258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High accuracy</a:t>
            </a:r>
          </a:p>
          <a:p>
            <a:r>
              <a:rPr lang="en-US" dirty="0"/>
              <a:t>Fast prediction</a:t>
            </a:r>
          </a:p>
          <a:p>
            <a:r>
              <a:rPr lang="en-US" dirty="0"/>
              <a:t>Simple and efficient model</a:t>
            </a:r>
          </a:p>
          <a:p>
            <a:r>
              <a:rPr lang="en-US" dirty="0"/>
              <a:t>Easy to deploy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5195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Limitations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Cannot </a:t>
            </a:r>
            <a:r>
              <a:rPr lang="en-US" dirty="0"/>
              <a:t>detect new unseen spam types</a:t>
            </a:r>
          </a:p>
          <a:p>
            <a:r>
              <a:rPr lang="en-US" dirty="0"/>
              <a:t>Needs regular retraining</a:t>
            </a:r>
          </a:p>
          <a:p>
            <a:r>
              <a:rPr lang="en-US" dirty="0"/>
              <a:t>Depends on quality of dataset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9755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models (LSTM, BERT)</a:t>
            </a:r>
          </a:p>
          <a:p>
            <a:r>
              <a:rPr lang="en-US" dirty="0"/>
              <a:t>Real-time email filtering</a:t>
            </a:r>
          </a:p>
          <a:p>
            <a:r>
              <a:rPr lang="en-US" dirty="0"/>
              <a:t>Web and mobile application</a:t>
            </a:r>
          </a:p>
          <a:p>
            <a:r>
              <a:rPr lang="en-US" dirty="0"/>
              <a:t>Gmail integration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13471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project successfully detects spam emails using Naive Bayes.</a:t>
            </a:r>
            <a:br>
              <a:rPr lang="en-US" dirty="0"/>
            </a:br>
            <a:r>
              <a:rPr lang="en-US" dirty="0"/>
              <a:t>It achieves high accuracy and helps improve email security.</a:t>
            </a:r>
          </a:p>
        </p:txBody>
      </p:sp>
    </p:spTree>
    <p:extLst>
      <p:ext uri="{BB962C8B-B14F-4D97-AF65-F5344CB8AC3E}">
        <p14:creationId xmlns:p14="http://schemas.microsoft.com/office/powerpoint/2010/main" val="5437640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9</TotalTime>
  <Words>264</Words>
  <Application>Microsoft Office PowerPoint</Application>
  <PresentationFormat>On-screen Show (4:3)</PresentationFormat>
  <Paragraphs>78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Clarity</vt:lpstr>
      <vt:lpstr>Email Spam Detection using Naive Bayes</vt:lpstr>
      <vt:lpstr>Introduction</vt:lpstr>
      <vt:lpstr>Problem Statement</vt:lpstr>
      <vt:lpstr>Objectives</vt:lpstr>
      <vt:lpstr>Dataset</vt:lpstr>
      <vt:lpstr>Methodology</vt:lpstr>
      <vt:lpstr>System Architecture</vt:lpstr>
      <vt:lpstr>Tools &amp; Technologies</vt:lpstr>
      <vt:lpstr>Experimental Results</vt:lpstr>
      <vt:lpstr>Confusion Matrix</vt:lpstr>
      <vt:lpstr>Graphs &amp; Visualizations</vt:lpstr>
      <vt:lpstr>Qualitative Analysis</vt:lpstr>
      <vt:lpstr>Advantages</vt:lpstr>
      <vt:lpstr>Limitations </vt:lpstr>
      <vt:lpstr>Future Scope</vt:lpstr>
      <vt:lpstr>Conclusion</vt:lpstr>
    </vt:vector>
  </TitlesOfParts>
  <Company>home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Email Spam Detection using Naive Bayes</dc:title>
  <dc:creator>ismail - [2010]</dc:creator>
  <cp:lastModifiedBy>ismail - [2010]</cp:lastModifiedBy>
  <cp:revision>1</cp:revision>
  <dcterms:created xsi:type="dcterms:W3CDTF">2025-12-08T20:30:09Z</dcterms:created>
  <dcterms:modified xsi:type="dcterms:W3CDTF">2025-12-08T20:39:34Z</dcterms:modified>
</cp:coreProperties>
</file>